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66"/>
  </p:normalViewPr>
  <p:slideViewPr>
    <p:cSldViewPr snapToGrid="0">
      <p:cViewPr varScale="1">
        <p:scale>
          <a:sx n="102" d="100"/>
          <a:sy n="102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41B03-B85F-2550-F79B-0DE72879E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7AD0F9-AC3C-2D66-8564-14F866415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003EF-2602-7AB4-3F0C-A5D5CD036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AB99-2ECD-904B-A246-90D3029E713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80CC3-D918-6E01-9A24-840D311C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58346-8E12-06CD-DBE5-18EDFD6F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40FB-7D96-2F4D-9892-EDE9E1A0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66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19AC3-4683-B61E-F5EC-C83E559FF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D43F5-712C-92B9-03F7-565D2BF8C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33A60-3004-0E2A-F4A5-263B0DDC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AB99-2ECD-904B-A246-90D3029E713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211F9-8FBE-B245-2C2B-240C2D4B9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06986-43E6-A8B4-CC2D-C58D5EC0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40FB-7D96-2F4D-9892-EDE9E1A0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4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6C64-5269-E1F7-182F-B05CC266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83ADD-4F27-8703-35AA-7B024B27C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54A36-55AA-AC22-8932-1F96C7CEC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AB99-2ECD-904B-A246-90D3029E713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41990-DDC5-BDDC-8B98-7AB7C92E3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85319-CB0E-90EF-4A57-60E9C095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40FB-7D96-2F4D-9892-EDE9E1A0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886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A9A49-5829-52CF-D2A7-DBBAC2A00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B2DCB-587B-774E-6FF6-91E29B8D7B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9CB06-7877-8029-E96B-EED911766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2C66D-A8C8-7036-FC4E-1C0F8A931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AB99-2ECD-904B-A246-90D3029E713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F81AB-4278-3F36-44C2-7FFA47A60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03583-3C1E-88AC-EE2D-F6E555CDB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40FB-7D96-2F4D-9892-EDE9E1A0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34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09434-E3D5-D247-5B1D-3282D8AA2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A885-98CF-F9AE-2359-DD73696EC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D4436-C26E-2574-0CC5-2A7E56022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D757A1-B3B4-FF7A-8721-3C9615BDD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2B42AA-5AB3-3B17-0806-243A8182D6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F03818-7CDC-BA81-DB8F-BD968CEAA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AB99-2ECD-904B-A246-90D3029E713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65DF8-9DDC-42F9-9709-CB9A030FE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E1359-A653-1893-DA20-E4B87126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40FB-7D96-2F4D-9892-EDE9E1A0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FA5A6-7645-2421-D500-4FF5F2B0E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55B133-CC2F-8DD6-287F-55DA534A4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AB99-2ECD-904B-A246-90D3029E713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E29260-94B2-31CD-7947-76BB0CF6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6C1E2-D015-8DEA-9BC9-7E02C592A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40FB-7D96-2F4D-9892-EDE9E1A0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68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72094-62E6-4E35-EAC4-2F2F26AD1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AB99-2ECD-904B-A246-90D3029E713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786628-9E7D-EBC5-01E7-5D9E0BFE7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E0574-74FF-026F-EA4E-9EE1CAFFA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40FB-7D96-2F4D-9892-EDE9E1A0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556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5CBC9-975E-EE63-B35A-100A0A8F8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F976B-F116-D170-5256-3204BC9A9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56031-E820-EB36-68FF-AD8DF03E0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03DF6-CB69-A531-B3F6-AAD0FD4FE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AB99-2ECD-904B-A246-90D3029E713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A9717-3DCE-1EAD-4B15-6C3F7F2C5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7EC1F-5D05-6DBF-0EA5-5827E452B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40FB-7D96-2F4D-9892-EDE9E1A0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D0CD-514F-69DC-BF03-0236058F0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050812-A884-6B2A-620F-0F1639084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72062-BBA9-2029-23D1-E9C3978B9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DD2CF-D54F-44E3-8B55-B17FE3AC5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AB99-2ECD-904B-A246-90D3029E713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018CE-B5E2-D5D3-915D-6DD14065B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60B0F-3A11-7A8C-D203-E9A873FDF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40FB-7D96-2F4D-9892-EDE9E1A0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4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5B2F-7F2F-8E3E-27B2-DC184736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333353-1C51-69F0-C32C-103DA0D3D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9D19B-6C48-BBD0-0FD4-2E242EAB8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AB99-2ECD-904B-A246-90D3029E713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68FBF-424C-19CE-454C-7346CA79D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8C4BE-EF83-B797-8390-1A860FFC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40FB-7D96-2F4D-9892-EDE9E1A0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45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1EBF0-9205-CFB1-EF9E-2F72D3B440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07E225-2ECE-5EB6-CE1D-C3027CAD0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4B641-2602-24DD-483B-5642B8093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AB99-2ECD-904B-A246-90D3029E713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BB88D-9D77-F8C6-9C2C-4B75329C8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986B8-8404-7105-C30C-5DB5106CA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40FB-7D96-2F4D-9892-EDE9E1A0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6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3452A3-9847-5D62-75BA-370C1DBD2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BE90E-7F0C-CB44-8E5C-8D85FB50F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499B8-B1E7-CC56-C6D7-B3E1D533C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9AB99-2ECD-904B-A246-90D3029E713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BFAE5-BA43-BC42-C28A-53F20CBD5D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BF112-4F6E-ACBB-8209-7D2A562D5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A40FB-7D96-2F4D-9892-EDE9E1A0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94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32BD1B-BAAD-2D1A-1363-B01080121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9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2EDC8-EF04-476E-9ED9-4A6C7AC25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F8B9C9-0CA8-0863-DA51-8DD7DB019E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087615" cy="6840840"/>
          </a:xfrm>
        </p:spPr>
      </p:pic>
    </p:spTree>
    <p:extLst>
      <p:ext uri="{BB962C8B-B14F-4D97-AF65-F5344CB8AC3E}">
        <p14:creationId xmlns:p14="http://schemas.microsoft.com/office/powerpoint/2010/main" val="2839171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AFF46-F920-8645-667B-6FCDD659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6D0CA2-1247-A9EE-12E7-96D9923A5D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137" y="92037"/>
            <a:ext cx="11899726" cy="6673925"/>
          </a:xfrm>
        </p:spPr>
      </p:pic>
    </p:spTree>
    <p:extLst>
      <p:ext uri="{BB962C8B-B14F-4D97-AF65-F5344CB8AC3E}">
        <p14:creationId xmlns:p14="http://schemas.microsoft.com/office/powerpoint/2010/main" val="4097745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5BDAC-8D5F-20D7-2BBB-A6BE9020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AD0A56-D929-620C-F25C-87FF226B0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7683"/>
            <a:ext cx="12191999" cy="6566770"/>
          </a:xfrm>
        </p:spPr>
      </p:pic>
    </p:spTree>
    <p:extLst>
      <p:ext uri="{BB962C8B-B14F-4D97-AF65-F5344CB8AC3E}">
        <p14:creationId xmlns:p14="http://schemas.microsoft.com/office/powerpoint/2010/main" val="3959669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4449D-4DF0-E79B-C078-11055415D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5A37DF-C228-BF73-9BE3-5DB79FA8B8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99248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7CD0-7508-2FD6-D6FB-7EC3DF0CD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28803D-7D3F-B77D-9389-CF6507316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38850" cy="6857999"/>
          </a:xfrm>
        </p:spPr>
      </p:pic>
    </p:spTree>
    <p:extLst>
      <p:ext uri="{BB962C8B-B14F-4D97-AF65-F5344CB8AC3E}">
        <p14:creationId xmlns:p14="http://schemas.microsoft.com/office/powerpoint/2010/main" val="1470469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7DFF0-6AEA-64A7-CD21-4588CF948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E99C79-54D5-9E8E-896E-8BD020020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43511" cy="6858001"/>
          </a:xfrm>
        </p:spPr>
      </p:pic>
    </p:spTree>
    <p:extLst>
      <p:ext uri="{BB962C8B-B14F-4D97-AF65-F5344CB8AC3E}">
        <p14:creationId xmlns:p14="http://schemas.microsoft.com/office/powerpoint/2010/main" val="1623032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BDEC3-06E1-6C69-0355-E35AC253F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1D9BC4-FCC3-C64E-A4F9-AAF92C23C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041343" cy="6858000"/>
          </a:xfrm>
        </p:spPr>
      </p:pic>
    </p:spTree>
    <p:extLst>
      <p:ext uri="{BB962C8B-B14F-4D97-AF65-F5344CB8AC3E}">
        <p14:creationId xmlns:p14="http://schemas.microsoft.com/office/powerpoint/2010/main" val="1386498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F224-F6F4-FD36-00DF-27077A93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C97C130-840D-5068-30CA-841954FA7F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272" y="140158"/>
            <a:ext cx="11483455" cy="6577684"/>
          </a:xfrm>
        </p:spPr>
      </p:pic>
    </p:spTree>
    <p:extLst>
      <p:ext uri="{BB962C8B-B14F-4D97-AF65-F5344CB8AC3E}">
        <p14:creationId xmlns:p14="http://schemas.microsoft.com/office/powerpoint/2010/main" val="3404018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A38EB-3481-2D84-F38A-F4D45BAC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84AF5D-6D4D-547A-1AD5-369555472B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58295"/>
          </a:xfrm>
        </p:spPr>
      </p:pic>
    </p:spTree>
    <p:extLst>
      <p:ext uri="{BB962C8B-B14F-4D97-AF65-F5344CB8AC3E}">
        <p14:creationId xmlns:p14="http://schemas.microsoft.com/office/powerpoint/2010/main" val="1434382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6BBA-466A-8181-31C5-478A8448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FD91BB-8EDC-D26B-EC91-0DF945994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090824" cy="6858000"/>
          </a:xfrm>
        </p:spPr>
      </p:pic>
    </p:spTree>
    <p:extLst>
      <p:ext uri="{BB962C8B-B14F-4D97-AF65-F5344CB8AC3E}">
        <p14:creationId xmlns:p14="http://schemas.microsoft.com/office/powerpoint/2010/main" val="3303081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457B-8312-AC3D-AC47-4800F95CB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2170D7-45AF-8F45-C77A-65075AE23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8020"/>
            <a:ext cx="12192000" cy="6801959"/>
          </a:xfrm>
        </p:spPr>
      </p:pic>
    </p:spTree>
    <p:extLst>
      <p:ext uri="{BB962C8B-B14F-4D97-AF65-F5344CB8AC3E}">
        <p14:creationId xmlns:p14="http://schemas.microsoft.com/office/powerpoint/2010/main" val="3601049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Macintosh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919557258199</dc:creator>
  <cp:lastModifiedBy>919557258199</cp:lastModifiedBy>
  <cp:revision>1</cp:revision>
  <dcterms:created xsi:type="dcterms:W3CDTF">2026-02-18T00:10:15Z</dcterms:created>
  <dcterms:modified xsi:type="dcterms:W3CDTF">2026-02-18T00:21:37Z</dcterms:modified>
</cp:coreProperties>
</file>